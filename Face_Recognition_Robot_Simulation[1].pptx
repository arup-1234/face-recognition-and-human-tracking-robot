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Poppins" charset="0"/>
      <p:regular r:id="rId17"/>
      <p:bold r:id="rId18"/>
      <p:italic r:id="rId19"/>
      <p:boldItalic r:id="rId20"/>
    </p:embeddedFont>
    <p:embeddedFont>
      <p:font typeface="Corbel" pitchFamily="34" charset="0"/>
      <p:regular r:id="rId21"/>
      <p:bold r:id="rId22"/>
      <p:italic r:id="rId23"/>
      <p:boldItalic r:id="rId24"/>
    </p:embeddedFont>
    <p:embeddedFont>
      <p:font typeface="Lato" charset="0"/>
      <p:regular r:id="rId25"/>
      <p:bold r:id="rId26"/>
      <p:italic r:id="rId27"/>
      <p:boldItalic r:id="rId28"/>
    </p:embeddedFont>
    <p:embeddedFont>
      <p:font typeface="Calibri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CC390201-3D46-4723-8A10-E883F4B8B739}">
  <a:tblStyle styleId="{CC390201-3D46-4723-8A10-E883F4B8B7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-71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74707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66913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33164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35205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85324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12419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637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090877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61273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604454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22514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982693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71442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63116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90450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642607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9699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0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295275" y="1771650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Face Recognition and Human Tracking Robot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571500" y="37719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Simulation Project using Python, OpenCV, and Computer Vision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571500" y="4400550"/>
            <a:ext cx="11049000" cy="117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Internship: AENEXZ Internship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Team Members</a:t>
            </a:r>
            <a:r>
              <a:rPr lang="en-US" sz="13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Arup </a:t>
            </a:r>
            <a:r>
              <a:rPr lang="en-US" sz="135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Pattnaik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Gowri</a:t>
            </a:r>
            <a:r>
              <a:rPr lang="en-US" sz="13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Bhat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Momina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2050707" y="1905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simulate a robot that detects and tracks human faces using computer vision.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050707" y="2381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robot makes real-time decisions like Turn Left, Turn Right, or Move Forward based on the person’s position.</a:t>
            </a:r>
            <a:endParaRPr dirty="0"/>
          </a:p>
        </p:txBody>
      </p:sp>
      <p:sp>
        <p:nvSpPr>
          <p:cNvPr id="77" name="Google Shape;77;p14"/>
          <p:cNvSpPr txBox="1"/>
          <p:nvPr/>
        </p:nvSpPr>
        <p:spPr>
          <a:xfrm>
            <a:off x="2050707" y="3143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Demonstrates the integration of Artificial Intelligence and Robotics without using physical hardware.</a:t>
            </a:r>
            <a:endParaRPr dirty="0"/>
          </a:p>
        </p:txBody>
      </p:sp>
      <p:pic>
        <p:nvPicPr>
          <p:cNvPr id="78" name="Google Shape;7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707" y="1952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9707" y="24288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9707" y="31908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1565188" y="571500"/>
            <a:ext cx="1060776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52863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2700"/>
            <a:ext cx="52863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962025" y="29432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Working Flow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962025" y="35337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Camera → Face Detection → Face Recognition → Tracking Logic → Movement Decision → Display Output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6724650" y="29432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6724650" y="3533775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camera captures live video frames. The system detects human faces. Recognized faces are compared with known encodings. The tracking logic calculates position and decides direction.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System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6"/>
          <p:cNvGraphicFramePr/>
          <p:nvPr/>
        </p:nvGraphicFramePr>
        <p:xfrm>
          <a:off x="571500" y="2633662"/>
          <a:ext cx="11049000" cy="2543200"/>
        </p:xfrm>
        <a:graphic>
          <a:graphicData uri="http://schemas.openxmlformats.org/drawingml/2006/table">
            <a:tbl>
              <a:tblPr firstRow="1" bandRow="1">
                <a:noFill/>
                <a:tableStyleId>{CC390201-3D46-4723-8A10-E883F4B8B739}</a:tableStyleId>
              </a:tblPr>
              <a:tblGrid>
                <a:gridCol w="158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92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581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Anup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Face Recognition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 and identify faces using face_recognition library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Gowri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Tracking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Decide robot’s direction (Left/Right/Forward) using OpenCV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</a:t>
                      </a: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omina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Integration &amp;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Combine both modules, test simulation, and prepare final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0" name="Google Shape;100;p16"/>
          <p:cNvSpPr/>
          <p:nvPr/>
        </p:nvSpPr>
        <p:spPr>
          <a:xfrm>
            <a:off x="571500" y="3257550"/>
            <a:ext cx="1581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153096" y="3257550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762351" y="3257550"/>
            <a:ext cx="685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71500" y="3895725"/>
            <a:ext cx="1581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2153096" y="3895725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762351" y="3895725"/>
            <a:ext cx="685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71500" y="4533900"/>
            <a:ext cx="1581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153096" y="4533900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762351" y="4533900"/>
            <a:ext cx="685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584754" y="357316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Team Responsibilities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5500"/>
            <a:ext cx="3429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95500"/>
            <a:ext cx="3429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95500"/>
            <a:ext cx="3429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795813" y="3105150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Language &amp; Libraries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252537" y="4219575"/>
            <a:ext cx="20669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3.8+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OpenCV (video capture)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face_recognition (detection)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NumPy (processing)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5150881" y="3105150"/>
            <a:ext cx="189023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Environment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043487" y="3819525"/>
            <a:ext cx="21051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VS Code 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9250918" y="3105150"/>
            <a:ext cx="131016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9301162" y="3819525"/>
            <a:ext cx="12096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Laptop Webcam</a:t>
            </a:r>
            <a:endParaRPr/>
          </a:p>
        </p:txBody>
      </p:sp>
      <p:pic>
        <p:nvPicPr>
          <p:cNvPr id="124" name="Google Shape;12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4098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4098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4098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Tools &amp; Libraries Used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700" y="1438800"/>
            <a:ext cx="52863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552225" y="182932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Goal &amp; Process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52225" y="2419875"/>
            <a:ext cx="45054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Detect and identify human faces in real-time using the webcam.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6567950" y="143880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sz="2100" b="1">
              <a:solidFill>
                <a:srgbClr val="4F46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90325" y="318187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742725" y="318187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Capture live frames from webcam.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90325" y="346762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742725" y="346762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face_recognition to detect and encode faces.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90325" y="375337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742725" y="375337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Match detected faces with stored known faces.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90325" y="403912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42725" y="403912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Label recognized faces with names on screen.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1: Face Recognition</a:t>
            </a:r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950" y="1885650"/>
            <a:ext cx="3459225" cy="282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8100" y="5001575"/>
            <a:ext cx="6683900" cy="16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528637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962025" y="27051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Goal &amp; Concept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62025" y="32956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Decide the robot’s direction based on the horizontal position of the detected face.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962025" y="40576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face is to the left → Turn Left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If face is to the right → Turn Right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If face is in the center → Move Forward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049700" y="199147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sz="2100" b="1">
              <a:solidFill>
                <a:srgbClr val="4F46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2: Tracking Simulation</a:t>
            </a:r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7652" y="2406100"/>
            <a:ext cx="60108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1961942" y="694242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Combine both modules (Face Recognition + Tracking Logic) into one integrated simulation.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961942" y="1082803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Working: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Webcam captures live frames.</a:t>
            </a:r>
            <a:endParaRPr dirty="0"/>
          </a:p>
        </p:txBody>
      </p:sp>
      <p:sp>
        <p:nvSpPr>
          <p:cNvPr id="166" name="Google Shape;166;p20"/>
          <p:cNvSpPr txBox="1"/>
          <p:nvPr/>
        </p:nvSpPr>
        <p:spPr>
          <a:xfrm>
            <a:off x="1961942" y="1471365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Face is detected and recognized.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1961942" y="1859926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Robot logic decides direction and displays it on screen.</a:t>
            </a:r>
            <a:endParaRPr/>
          </a:p>
        </p:txBody>
      </p:sp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0942" y="733098"/>
            <a:ext cx="228600" cy="18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0942" y="1121660"/>
            <a:ext cx="285750" cy="18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942" y="1510221"/>
            <a:ext cx="285750" cy="18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0942" y="1898783"/>
            <a:ext cx="285750" cy="1865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2511818" y="7498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3: Integration &amp; Final Output</a:t>
            </a:r>
            <a:endParaRPr dirty="0"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4510" y="2749079"/>
            <a:ext cx="6680049" cy="39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2951269" y="2327725"/>
            <a:ext cx="25071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sz="23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1909547" y="184322"/>
            <a:ext cx="49262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Working Flowchart 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B793679A-1187-D8C3-024D-6E22E05A0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72661" y="563435"/>
            <a:ext cx="5537458" cy="62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2190750" y="2476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up Python environment.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190750" y="2952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face detection using OpenCV.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190750" y="3429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 and store known faces.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2190750" y="3905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Write tracking logic for direction decision.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 both modules.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2190750" y="4857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Record demo video for results.</a:t>
            </a:r>
            <a:endParaRPr/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24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476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429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905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Implementation Steps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4087"/>
            <a:ext cx="34290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24087"/>
            <a:ext cx="34290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24087"/>
            <a:ext cx="34290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025842" y="3233737"/>
            <a:ext cx="252031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Face Recognition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6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Successfully detected and identified known faces in real-time from the webcam feed.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605813" y="3233737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Tracking Simulation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676775" y="43481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Accurately decided 'Turn Left', 'Turn Right', or 'Move Forward' based on face's X-coordinate.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680846" y="3233737"/>
            <a:ext cx="245030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Final Integration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48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Both modules were successfully combined into a single, responsive simulation application.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Highlights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2190750" y="229372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Successfully simulated a real-time human-tracking robot using only software.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190750" y="276997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detects and tracks faces instantly.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190750" y="324622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Smooth and accurate decision-making logic.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2190750" y="372247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Collaboration between team members ensured clear division of modules.</a:t>
            </a:r>
            <a:endParaRPr/>
          </a:p>
        </p:txBody>
      </p:sp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3413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8175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2938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770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1809750" y="571500"/>
            <a:ext cx="10363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Results and Observations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/>
        </p:nvSpPr>
        <p:spPr>
          <a:xfrm>
            <a:off x="1960091" y="212072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 the simulation with Raspberry Pi and DC motors for real movement.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960091" y="259697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ultrasonic sensors for obstacle detection.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960091" y="307322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emotion recognition and voice response for interaction.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960091" y="354947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 a mobile app to control and monitor the robot remotely.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9091" y="2177878"/>
            <a:ext cx="1809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9091" y="265412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9091" y="3130378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9091" y="3606628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809750" y="571500"/>
            <a:ext cx="10363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/>
        </p:nvSpPr>
        <p:spPr>
          <a:xfrm>
            <a:off x="2090737" y="179830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project demonstrates how AI and robotics can be integrated to build intelligent systems.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2090737" y="227455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Achieved complete real-time face detection, recognition, and tracking simulation.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2090737" y="275080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same code can be easily adapted for real robots.</a:t>
            </a:r>
            <a:endParaRPr/>
          </a:p>
        </p:txBody>
      </p:sp>
      <p:pic>
        <p:nvPicPr>
          <p:cNvPr id="273" name="Google Shape;27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7" y="184592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7" y="232217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7" y="279842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809750" y="637403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</TotalTime>
  <Words>530</Words>
  <Application>Microsoft Office PowerPoint</Application>
  <PresentationFormat>Custom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Poppins</vt:lpstr>
      <vt:lpstr>Corbel</vt:lpstr>
      <vt:lpstr>Lato</vt:lpstr>
      <vt:lpstr>Calibri</vt:lpstr>
      <vt:lpstr>Parallax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Arup</dc:creator>
  <cp:lastModifiedBy>Arup</cp:lastModifiedBy>
  <cp:revision>6</cp:revision>
  <dcterms:modified xsi:type="dcterms:W3CDTF">2025-11-04T14:03:24Z</dcterms:modified>
</cp:coreProperties>
</file>